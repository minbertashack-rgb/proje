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" y="50"/>
            <a:ext cx="600" cy="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JWT / RLS / SQL</a:t>
            </a:r>
          </a:p>
          <a:p>
            <a:r>
              <a:t>Excel: IF / XLOOKUP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